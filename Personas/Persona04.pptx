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10688625" cx="75628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367">
          <p15:clr>
            <a:srgbClr val="A4A3A4"/>
          </p15:clr>
        </p15:guide>
        <p15:guide id="2" pos="2382">
          <p15:clr>
            <a:srgbClr val="A4A3A4"/>
          </p15:clr>
        </p15:guide>
      </p15:sldGuideLst>
    </p:ext>
    <p:ext uri="GoogleSlidesCustomDataVersion2">
      <go:slidesCustomData xmlns:go="http://customooxmlschemas.google.com/" r:id="rId7" roundtripDataSignature="AMtx7mgfCB6nq5mZv2RbMlUHEIOTKNIA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367" orient="horz"/>
        <p:guide pos="238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6410" y="685800"/>
            <a:ext cx="2425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2216150" y="685800"/>
            <a:ext cx="242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type="ctrTitle"/>
          </p:nvPr>
        </p:nvSpPr>
        <p:spPr>
          <a:xfrm>
            <a:off x="257783" y="1547391"/>
            <a:ext cx="7046400" cy="42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4"/>
          <p:cNvSpPr txBox="1"/>
          <p:nvPr>
            <p:ph idx="1" type="subTitle"/>
          </p:nvPr>
        </p:nvSpPr>
        <p:spPr>
          <a:xfrm>
            <a:off x="257776" y="5889935"/>
            <a:ext cx="7046400" cy="16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title"/>
          </p:nvPr>
        </p:nvSpPr>
        <p:spPr>
          <a:xfrm>
            <a:off x="257776" y="4469940"/>
            <a:ext cx="7046400" cy="174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5"/>
          <p:cNvSpPr txBox="1"/>
          <p:nvPr>
            <p:ph idx="12" type="sldNum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"/>
          <p:cNvSpPr txBox="1"/>
          <p:nvPr>
            <p:ph type="title"/>
          </p:nvPr>
        </p:nvSpPr>
        <p:spPr>
          <a:xfrm>
            <a:off x="257776" y="924860"/>
            <a:ext cx="7046400" cy="11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" type="body"/>
          </p:nvPr>
        </p:nvSpPr>
        <p:spPr>
          <a:xfrm>
            <a:off x="257776" y="2395097"/>
            <a:ext cx="7046400" cy="71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2" type="sldNum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/>
          <p:nvPr>
            <p:ph type="title"/>
          </p:nvPr>
        </p:nvSpPr>
        <p:spPr>
          <a:xfrm>
            <a:off x="257776" y="924860"/>
            <a:ext cx="7046400" cy="11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" type="body"/>
          </p:nvPr>
        </p:nvSpPr>
        <p:spPr>
          <a:xfrm>
            <a:off x="257776" y="2395097"/>
            <a:ext cx="3307800" cy="71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7"/>
          <p:cNvSpPr txBox="1"/>
          <p:nvPr>
            <p:ph idx="2" type="body"/>
          </p:nvPr>
        </p:nvSpPr>
        <p:spPr>
          <a:xfrm>
            <a:off x="3996401" y="2395097"/>
            <a:ext cx="3307800" cy="71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7"/>
          <p:cNvSpPr txBox="1"/>
          <p:nvPr>
            <p:ph idx="12" type="sldNum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257776" y="924860"/>
            <a:ext cx="7046400" cy="11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2" type="sldNum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/>
          <p:nvPr>
            <p:ph type="title"/>
          </p:nvPr>
        </p:nvSpPr>
        <p:spPr>
          <a:xfrm>
            <a:off x="257776" y="1154659"/>
            <a:ext cx="2322300" cy="157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9"/>
          <p:cNvSpPr txBox="1"/>
          <p:nvPr>
            <p:ph idx="1" type="body"/>
          </p:nvPr>
        </p:nvSpPr>
        <p:spPr>
          <a:xfrm>
            <a:off x="257776" y="2887895"/>
            <a:ext cx="2322300" cy="6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9"/>
          <p:cNvSpPr txBox="1"/>
          <p:nvPr>
            <p:ph idx="12" type="sldNum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/>
          <p:nvPr>
            <p:ph type="title"/>
          </p:nvPr>
        </p:nvSpPr>
        <p:spPr>
          <a:xfrm>
            <a:off x="405437" y="935511"/>
            <a:ext cx="5266200" cy="85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10"/>
          <p:cNvSpPr txBox="1"/>
          <p:nvPr>
            <p:ph idx="12" type="sldNum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/>
          <p:nvPr/>
        </p:nvSpPr>
        <p:spPr>
          <a:xfrm>
            <a:off x="3781050" y="-260"/>
            <a:ext cx="3780900" cy="1068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1"/>
          <p:cNvSpPr txBox="1"/>
          <p:nvPr>
            <p:ph type="title"/>
          </p:nvPr>
        </p:nvSpPr>
        <p:spPr>
          <a:xfrm>
            <a:off x="219569" y="2562809"/>
            <a:ext cx="3345300" cy="308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1"/>
          <p:cNvSpPr txBox="1"/>
          <p:nvPr>
            <p:ph idx="1" type="subTitle"/>
          </p:nvPr>
        </p:nvSpPr>
        <p:spPr>
          <a:xfrm>
            <a:off x="219569" y="5825407"/>
            <a:ext cx="3345300" cy="25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1"/>
          <p:cNvSpPr txBox="1"/>
          <p:nvPr>
            <p:ph idx="2" type="body"/>
          </p:nvPr>
        </p:nvSpPr>
        <p:spPr>
          <a:xfrm>
            <a:off x="4084973" y="1504787"/>
            <a:ext cx="3173100" cy="76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2" type="sldNum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2"/>
          <p:cNvSpPr txBox="1"/>
          <p:nvPr>
            <p:ph idx="1" type="body"/>
          </p:nvPr>
        </p:nvSpPr>
        <p:spPr>
          <a:xfrm>
            <a:off x="257776" y="8792066"/>
            <a:ext cx="4961100" cy="12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2"/>
          <p:cNvSpPr txBox="1"/>
          <p:nvPr>
            <p:ph idx="12" type="sldNum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 txBox="1"/>
          <p:nvPr>
            <p:ph hasCustomPrompt="1" type="title"/>
          </p:nvPr>
        </p:nvSpPr>
        <p:spPr>
          <a:xfrm>
            <a:off x="257776" y="2298771"/>
            <a:ext cx="7046400" cy="408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3"/>
          <p:cNvSpPr txBox="1"/>
          <p:nvPr>
            <p:ph idx="1" type="body"/>
          </p:nvPr>
        </p:nvSpPr>
        <p:spPr>
          <a:xfrm>
            <a:off x="257776" y="6551017"/>
            <a:ext cx="7046400" cy="27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257776" y="924860"/>
            <a:ext cx="7046400" cy="11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257776" y="2395097"/>
            <a:ext cx="7046400" cy="71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4338200" y="2037925"/>
            <a:ext cx="29088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CA" sz="1800">
                <a:solidFill>
                  <a:srgbClr val="595959"/>
                </a:solidFill>
              </a:rPr>
              <a:t>David Brown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4320350" y="2823125"/>
            <a:ext cx="23376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CA" sz="1800">
                <a:solidFill>
                  <a:srgbClr val="595959"/>
                </a:solidFill>
              </a:rPr>
              <a:t>46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3410225" y="4268600"/>
            <a:ext cx="3676200" cy="9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CA" sz="1800">
                <a:solidFill>
                  <a:srgbClr val="595959"/>
                </a:solidFill>
              </a:rPr>
              <a:t>Durham Region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1536475" y="5276675"/>
            <a:ext cx="5710524" cy="18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CA" sz="1800">
                <a:solidFill>
                  <a:srgbClr val="595959"/>
                </a:solidFill>
              </a:rPr>
              <a:t>David was a tech expert at Bell and recently he got laid off due to the company’s implementation of new technology, new brand Ateko. 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1536474" y="7558839"/>
            <a:ext cx="5710525" cy="218374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CA" sz="1800">
                <a:solidFill>
                  <a:srgbClr val="595959"/>
                </a:solidFill>
              </a:rPr>
              <a:t>David needs to find another job so he can support his </a:t>
            </a:r>
            <a:r>
              <a:rPr lang="en-CA" sz="1800">
                <a:solidFill>
                  <a:srgbClr val="595959"/>
                </a:solidFill>
              </a:rPr>
              <a:t>family</a:t>
            </a:r>
            <a:r>
              <a:rPr lang="en-CA" sz="1800">
                <a:solidFill>
                  <a:srgbClr val="595959"/>
                </a:solidFill>
              </a:rPr>
              <a:t> of 4. 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