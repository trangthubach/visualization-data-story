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7562850" cy="10688638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367">
          <p15:clr>
            <a:srgbClr val="A4A3A4"/>
          </p15:clr>
        </p15:guide>
        <p15:guide id="2" pos="238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29"/>
    <p:restoredTop sz="94623"/>
  </p:normalViewPr>
  <p:slideViewPr>
    <p:cSldViewPr snapToGrid="0">
      <p:cViewPr>
        <p:scale>
          <a:sx n="84" d="100"/>
          <a:sy n="84" d="100"/>
        </p:scale>
        <p:origin x="1800" y="-1032"/>
      </p:cViewPr>
      <p:guideLst>
        <p:guide orient="horz" pos="3367"/>
        <p:guide pos="23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16410" y="685800"/>
            <a:ext cx="24258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685800"/>
            <a:ext cx="2425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57783" y="1547391"/>
            <a:ext cx="7046400" cy="42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57776" y="5889935"/>
            <a:ext cx="7046400" cy="16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257776" y="4469940"/>
            <a:ext cx="7046400" cy="174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257776" y="924860"/>
            <a:ext cx="7046400" cy="11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257776" y="2395097"/>
            <a:ext cx="7046400" cy="71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257776" y="924860"/>
            <a:ext cx="7046400" cy="11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1"/>
          </p:nvPr>
        </p:nvSpPr>
        <p:spPr>
          <a:xfrm>
            <a:off x="257776" y="2395097"/>
            <a:ext cx="3307800" cy="71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2"/>
          </p:nvPr>
        </p:nvSpPr>
        <p:spPr>
          <a:xfrm>
            <a:off x="3996401" y="2395097"/>
            <a:ext cx="3307800" cy="71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257776" y="924860"/>
            <a:ext cx="7046400" cy="11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ldNum" idx="12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257776" y="1154659"/>
            <a:ext cx="2322300" cy="15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257776" y="2887895"/>
            <a:ext cx="2322300" cy="66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sldNum" idx="12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>
            <a:spLocks noGrp="1"/>
          </p:cNvSpPr>
          <p:nvPr>
            <p:ph type="title"/>
          </p:nvPr>
        </p:nvSpPr>
        <p:spPr>
          <a:xfrm>
            <a:off x="405437" y="935511"/>
            <a:ext cx="5266200" cy="85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ldNum" idx="12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3781050" y="-260"/>
            <a:ext cx="3780900" cy="1068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219569" y="2562809"/>
            <a:ext cx="3345300" cy="30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219569" y="5825407"/>
            <a:ext cx="3345300" cy="25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4084973" y="1504787"/>
            <a:ext cx="3173100" cy="76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body" idx="1"/>
          </p:nvPr>
        </p:nvSpPr>
        <p:spPr>
          <a:xfrm>
            <a:off x="257776" y="8792066"/>
            <a:ext cx="4961100" cy="12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>
            <a:spLocks noGrp="1"/>
          </p:cNvSpPr>
          <p:nvPr>
            <p:ph type="title" hasCustomPrompt="1"/>
          </p:nvPr>
        </p:nvSpPr>
        <p:spPr>
          <a:xfrm>
            <a:off x="257776" y="2298771"/>
            <a:ext cx="7046400" cy="40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1"/>
          </p:nvPr>
        </p:nvSpPr>
        <p:spPr>
          <a:xfrm>
            <a:off x="257776" y="6551017"/>
            <a:ext cx="7046400" cy="27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57776" y="924860"/>
            <a:ext cx="7046400" cy="11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57776" y="2395097"/>
            <a:ext cx="7046400" cy="71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006734" y="9691191"/>
            <a:ext cx="4539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338200" y="2037925"/>
            <a:ext cx="2908800" cy="4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Lucas Kai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4320350" y="2823125"/>
            <a:ext cx="2337600" cy="4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33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410225" y="4268600"/>
            <a:ext cx="3676200" cy="9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2"/>
                </a:solidFill>
              </a:rPr>
              <a:t>Downtown, Oshawa</a:t>
            </a: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536475" y="5464225"/>
            <a:ext cx="5371500" cy="18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sz="1800" dirty="0">
                <a:solidFill>
                  <a:schemeClr val="dk2"/>
                </a:solidFill>
              </a:rPr>
              <a:t>Lucas Kai is </a:t>
            </a:r>
            <a:r>
              <a:rPr lang="en-CA" sz="1800" dirty="0">
                <a:solidFill>
                  <a:schemeClr val="dk2"/>
                </a:solidFill>
              </a:rPr>
              <a:t>an international Master’s student from Italy</a:t>
            </a:r>
            <a:r>
              <a:rPr lang="en" sz="1800" dirty="0">
                <a:solidFill>
                  <a:schemeClr val="dk2"/>
                </a:solidFill>
              </a:rPr>
              <a:t>. He </a:t>
            </a:r>
            <a:r>
              <a:rPr lang="en-CA" sz="1800" dirty="0">
                <a:solidFill>
                  <a:schemeClr val="dk2"/>
                </a:solidFill>
              </a:rPr>
              <a:t>has a Bachelor’s in Computer Science but no Canadian work experience. Tech-savvy, active on LinkedIn, and worried about competing with both AI and experienced workers. Lives frugally, uses Durham Transit, and networks constantly at campus events.</a:t>
            </a:r>
            <a:r>
              <a:rPr lang="en" sz="1800" dirty="0">
                <a:solidFill>
                  <a:schemeClr val="dk2"/>
                </a:solidFill>
              </a:rPr>
              <a:t> </a:t>
            </a:r>
            <a:endParaRPr sz="1800" dirty="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1536475" y="7962575"/>
            <a:ext cx="5371500" cy="2183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CA" sz="1800" dirty="0">
                <a:solidFill>
                  <a:schemeClr val="dk2"/>
                </a:solidFill>
              </a:rPr>
              <a:t>Needs hands-on AI skills training and co-op/internship opportunities to gain Canadian experience. Needs affordable upskilling resources, mentorship from industry professionals, and clear pathways to tech jobs in Durham/GTA that value AI literacy over just experience.</a:t>
            </a:r>
            <a:r>
              <a:rPr lang="en" sz="1800" dirty="0">
                <a:solidFill>
                  <a:schemeClr val="dk2"/>
                </a:solidFill>
              </a:rPr>
              <a:t> </a:t>
            </a:r>
            <a:endParaRPr sz="18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99</Words>
  <Application>Microsoft Macintosh PowerPoint</Application>
  <PresentationFormat>Custom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Simple Light</vt:lpstr>
      <vt:lpstr>PowerPoint Presentation</vt:lpstr>
    </vt:vector>
  </TitlesOfParts>
  <LinksUpToDate>false</LinksUpToDate>
  <SharedDoc>false</SharedDoc>
  <HyperlinksChanged>false</HyperlinksChanged>
  <AppVersion>15.0040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Microsoft Office User</cp:lastModifiedBy>
  <cp:revision>2</cp:revision>
  <dcterms:modified xsi:type="dcterms:W3CDTF">2025-11-14T03:29:05Z</dcterms:modified>
</cp:coreProperties>
</file>